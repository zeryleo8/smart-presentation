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测试</a:t>
            </a:r>
            <a:r>
              <a:rPr lang="zh-CN" altLang="en-US"/>
              <a:t>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第一</a:t>
            </a:r>
            <a:r>
              <a:rPr lang="zh-CN" altLang="en-US"/>
              <a:t>张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</a:t>
            </a:r>
            <a:r>
              <a:rPr lang="zh-CN" altLang="en-US"/>
              <a:t>演示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第二</a:t>
            </a:r>
            <a:r>
              <a:rPr lang="zh-CN" altLang="en-US"/>
              <a:t>张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</a:t>
            </a:r>
            <a:r>
              <a:rPr lang="zh-CN" altLang="en-US"/>
              <a:t>演示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第三张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WPS 演示</Application>
  <PresentationFormat>宽屏</PresentationFormat>
  <Paragraphs>12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bazinga</cp:lastModifiedBy>
  <cp:revision>5</cp:revision>
  <dcterms:created xsi:type="dcterms:W3CDTF">2023-08-09T12:44:00Z</dcterms:created>
  <dcterms:modified xsi:type="dcterms:W3CDTF">2025-12-15T09:23:01Z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2193312E832541BC9EDB7B59B28C4BEE_12</vt:lpwstr>
  </property>
</Properties>
</file>